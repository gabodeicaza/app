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709" r:id="rId3"/>
    <p:sldId id="708" r:id="rId4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C33CFFD-DCE3-4C35-836E-CE7D5D471142}" v="3" dt="2026-07-01T23:50:15.6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ESTEBAN DE ICAZA DAVILA" userId="1cebe823-2a0b-4e0b-9d02-0c9f2131acb4" providerId="ADAL" clId="{AD3E325F-1260-4BA1-AB31-1F7E6BAADDA3}"/>
    <pc:docChg chg="undo custSel addSld delSld modSld">
      <pc:chgData name="GABRIEL ESTEBAN DE ICAZA DAVILA" userId="1cebe823-2a0b-4e0b-9d02-0c9f2131acb4" providerId="ADAL" clId="{AD3E325F-1260-4BA1-AB31-1F7E6BAADDA3}" dt="2026-07-02T00:01:23.239" v="60" actId="680"/>
      <pc:docMkLst>
        <pc:docMk/>
      </pc:docMkLst>
      <pc:sldChg chg="addSp delSp modSp mod">
        <pc:chgData name="GABRIEL ESTEBAN DE ICAZA DAVILA" userId="1cebe823-2a0b-4e0b-9d02-0c9f2131acb4" providerId="ADAL" clId="{AD3E325F-1260-4BA1-AB31-1F7E6BAADDA3}" dt="2026-07-01T23:46:58.513" v="26" actId="478"/>
        <pc:sldMkLst>
          <pc:docMk/>
          <pc:sldMk cId="1712635358" sldId="256"/>
        </pc:sldMkLst>
        <pc:spChg chg="add mod">
          <ac:chgData name="GABRIEL ESTEBAN DE ICAZA DAVILA" userId="1cebe823-2a0b-4e0b-9d02-0c9f2131acb4" providerId="ADAL" clId="{AD3E325F-1260-4BA1-AB31-1F7E6BAADDA3}" dt="2026-07-01T23:46:28.467" v="20" actId="1076"/>
          <ac:spMkLst>
            <pc:docMk/>
            <pc:sldMk cId="1712635358" sldId="256"/>
            <ac:spMk id="3" creationId="{207F7658-F94B-3B31-FB63-A481D39BB656}"/>
          </ac:spMkLst>
        </pc:spChg>
        <pc:spChg chg="del mod">
          <ac:chgData name="GABRIEL ESTEBAN DE ICAZA DAVILA" userId="1cebe823-2a0b-4e0b-9d02-0c9f2131acb4" providerId="ADAL" clId="{AD3E325F-1260-4BA1-AB31-1F7E6BAADDA3}" dt="2026-07-01T23:46:58.513" v="26" actId="478"/>
          <ac:spMkLst>
            <pc:docMk/>
            <pc:sldMk cId="1712635358" sldId="256"/>
            <ac:spMk id="5" creationId="{2ED1CD8D-1758-F47B-6F2A-6CC264D52B93}"/>
          </ac:spMkLst>
        </pc:spChg>
        <pc:spChg chg="del">
          <ac:chgData name="GABRIEL ESTEBAN DE ICAZA DAVILA" userId="1cebe823-2a0b-4e0b-9d02-0c9f2131acb4" providerId="ADAL" clId="{AD3E325F-1260-4BA1-AB31-1F7E6BAADDA3}" dt="2026-07-01T23:44:37.600" v="2" actId="478"/>
          <ac:spMkLst>
            <pc:docMk/>
            <pc:sldMk cId="1712635358" sldId="256"/>
            <ac:spMk id="6" creationId="{EF7A537D-CA27-EE37-9B80-A3E2D89A8664}"/>
          </ac:spMkLst>
        </pc:spChg>
        <pc:picChg chg="add mod">
          <ac:chgData name="GABRIEL ESTEBAN DE ICAZA DAVILA" userId="1cebe823-2a0b-4e0b-9d02-0c9f2131acb4" providerId="ADAL" clId="{AD3E325F-1260-4BA1-AB31-1F7E6BAADDA3}" dt="2026-07-01T23:46:51.351" v="25" actId="1076"/>
          <ac:picMkLst>
            <pc:docMk/>
            <pc:sldMk cId="1712635358" sldId="256"/>
            <ac:picMk id="10" creationId="{477A65DB-1EB5-C4D7-AFE6-11AA928C0139}"/>
          </ac:picMkLst>
        </pc:picChg>
        <pc:picChg chg="add del mod">
          <ac:chgData name="GABRIEL ESTEBAN DE ICAZA DAVILA" userId="1cebe823-2a0b-4e0b-9d02-0c9f2131acb4" providerId="ADAL" clId="{AD3E325F-1260-4BA1-AB31-1F7E6BAADDA3}" dt="2026-07-01T23:46:31.745" v="22" actId="1076"/>
          <ac:picMkLst>
            <pc:docMk/>
            <pc:sldMk cId="1712635358" sldId="256"/>
            <ac:picMk id="11" creationId="{90954C31-2D73-E65C-4B63-B7DF6BB04C73}"/>
          </ac:picMkLst>
        </pc:picChg>
      </pc:sldChg>
      <pc:sldChg chg="del">
        <pc:chgData name="GABRIEL ESTEBAN DE ICAZA DAVILA" userId="1cebe823-2a0b-4e0b-9d02-0c9f2131acb4" providerId="ADAL" clId="{AD3E325F-1260-4BA1-AB31-1F7E6BAADDA3}" dt="2026-07-01T23:45:25.379" v="17" actId="47"/>
        <pc:sldMkLst>
          <pc:docMk/>
          <pc:sldMk cId="2492145167" sldId="257"/>
        </pc:sldMkLst>
      </pc:sldChg>
      <pc:sldChg chg="del">
        <pc:chgData name="GABRIEL ESTEBAN DE ICAZA DAVILA" userId="1cebe823-2a0b-4e0b-9d02-0c9f2131acb4" providerId="ADAL" clId="{AD3E325F-1260-4BA1-AB31-1F7E6BAADDA3}" dt="2026-07-01T23:47:03.343" v="27" actId="47"/>
        <pc:sldMkLst>
          <pc:docMk/>
          <pc:sldMk cId="3450272857" sldId="258"/>
        </pc:sldMkLst>
      </pc:sldChg>
      <pc:sldChg chg="del">
        <pc:chgData name="GABRIEL ESTEBAN DE ICAZA DAVILA" userId="1cebe823-2a0b-4e0b-9d02-0c9f2131acb4" providerId="ADAL" clId="{AD3E325F-1260-4BA1-AB31-1F7E6BAADDA3}" dt="2026-07-02T00:00:22.095" v="51" actId="47"/>
        <pc:sldMkLst>
          <pc:docMk/>
          <pc:sldMk cId="1428668644" sldId="315"/>
        </pc:sldMkLst>
      </pc:sldChg>
      <pc:sldChg chg="del">
        <pc:chgData name="GABRIEL ESTEBAN DE ICAZA DAVILA" userId="1cebe823-2a0b-4e0b-9d02-0c9f2131acb4" providerId="ADAL" clId="{AD3E325F-1260-4BA1-AB31-1F7E6BAADDA3}" dt="2026-07-02T00:00:20.512" v="50" actId="47"/>
        <pc:sldMkLst>
          <pc:docMk/>
          <pc:sldMk cId="1541885549" sldId="319"/>
        </pc:sldMkLst>
      </pc:sldChg>
      <pc:sldChg chg="del">
        <pc:chgData name="GABRIEL ESTEBAN DE ICAZA DAVILA" userId="1cebe823-2a0b-4e0b-9d02-0c9f2131acb4" providerId="ADAL" clId="{AD3E325F-1260-4BA1-AB31-1F7E6BAADDA3}" dt="2026-07-02T00:00:15.747" v="44" actId="47"/>
        <pc:sldMkLst>
          <pc:docMk/>
          <pc:sldMk cId="1387554276" sldId="320"/>
        </pc:sldMkLst>
      </pc:sldChg>
      <pc:sldChg chg="del">
        <pc:chgData name="GABRIEL ESTEBAN DE ICAZA DAVILA" userId="1cebe823-2a0b-4e0b-9d02-0c9f2131acb4" providerId="ADAL" clId="{AD3E325F-1260-4BA1-AB31-1F7E6BAADDA3}" dt="2026-07-02T00:00:17.766" v="47" actId="47"/>
        <pc:sldMkLst>
          <pc:docMk/>
          <pc:sldMk cId="1272048616" sldId="323"/>
        </pc:sldMkLst>
      </pc:sldChg>
      <pc:sldChg chg="del">
        <pc:chgData name="GABRIEL ESTEBAN DE ICAZA DAVILA" userId="1cebe823-2a0b-4e0b-9d02-0c9f2131acb4" providerId="ADAL" clId="{AD3E325F-1260-4BA1-AB31-1F7E6BAADDA3}" dt="2026-07-02T00:00:18.243" v="48" actId="47"/>
        <pc:sldMkLst>
          <pc:docMk/>
          <pc:sldMk cId="3008141746" sldId="324"/>
        </pc:sldMkLst>
      </pc:sldChg>
      <pc:sldChg chg="delSp modSp add del mod">
        <pc:chgData name="GABRIEL ESTEBAN DE ICAZA DAVILA" userId="1cebe823-2a0b-4e0b-9d02-0c9f2131acb4" providerId="ADAL" clId="{AD3E325F-1260-4BA1-AB31-1F7E6BAADDA3}" dt="2026-07-02T00:00:18.749" v="49" actId="47"/>
        <pc:sldMkLst>
          <pc:docMk/>
          <pc:sldMk cId="829710079" sldId="325"/>
        </pc:sldMkLst>
        <pc:spChg chg="del mod">
          <ac:chgData name="GABRIEL ESTEBAN DE ICAZA DAVILA" userId="1cebe823-2a0b-4e0b-9d02-0c9f2131acb4" providerId="ADAL" clId="{AD3E325F-1260-4BA1-AB31-1F7E6BAADDA3}" dt="2026-07-01T23:53:04.432" v="41" actId="478"/>
          <ac:spMkLst>
            <pc:docMk/>
            <pc:sldMk cId="829710079" sldId="325"/>
            <ac:spMk id="23" creationId="{5CF9246C-724E-9EB7-E932-79640FEE8D3B}"/>
          </ac:spMkLst>
        </pc:spChg>
        <pc:grpChg chg="del">
          <ac:chgData name="GABRIEL ESTEBAN DE ICAZA DAVILA" userId="1cebe823-2a0b-4e0b-9d02-0c9f2131acb4" providerId="ADAL" clId="{AD3E325F-1260-4BA1-AB31-1F7E6BAADDA3}" dt="2026-07-01T23:53:06.868" v="42" actId="478"/>
          <ac:grpSpMkLst>
            <pc:docMk/>
            <pc:sldMk cId="829710079" sldId="325"/>
            <ac:grpSpMk id="8" creationId="{17463596-F389-B2DE-D1AB-E4016913C1A9}"/>
          </ac:grpSpMkLst>
        </pc:grpChg>
        <pc:picChg chg="del">
          <ac:chgData name="GABRIEL ESTEBAN DE ICAZA DAVILA" userId="1cebe823-2a0b-4e0b-9d02-0c9f2131acb4" providerId="ADAL" clId="{AD3E325F-1260-4BA1-AB31-1F7E6BAADDA3}" dt="2026-07-01T23:53:08.975" v="43" actId="478"/>
          <ac:picMkLst>
            <pc:docMk/>
            <pc:sldMk cId="829710079" sldId="325"/>
            <ac:picMk id="16" creationId="{00000000-0000-0000-0000-000000000000}"/>
          </ac:picMkLst>
        </pc:picChg>
      </pc:sldChg>
      <pc:sldChg chg="del">
        <pc:chgData name="GABRIEL ESTEBAN DE ICAZA DAVILA" userId="1cebe823-2a0b-4e0b-9d02-0c9f2131acb4" providerId="ADAL" clId="{AD3E325F-1260-4BA1-AB31-1F7E6BAADDA3}" dt="2026-07-02T00:00:16.633" v="45" actId="47"/>
        <pc:sldMkLst>
          <pc:docMk/>
          <pc:sldMk cId="3360668540" sldId="706"/>
        </pc:sldMkLst>
      </pc:sldChg>
      <pc:sldChg chg="del">
        <pc:chgData name="GABRIEL ESTEBAN DE ICAZA DAVILA" userId="1cebe823-2a0b-4e0b-9d02-0c9f2131acb4" providerId="ADAL" clId="{AD3E325F-1260-4BA1-AB31-1F7E6BAADDA3}" dt="2026-07-02T00:00:17.256" v="46" actId="47"/>
        <pc:sldMkLst>
          <pc:docMk/>
          <pc:sldMk cId="3927580289" sldId="707"/>
        </pc:sldMkLst>
      </pc:sldChg>
      <pc:sldChg chg="addSp delSp modSp new mod">
        <pc:chgData name="GABRIEL ESTEBAN DE ICAZA DAVILA" userId="1cebe823-2a0b-4e0b-9d02-0c9f2131acb4" providerId="ADAL" clId="{AD3E325F-1260-4BA1-AB31-1F7E6BAADDA3}" dt="2026-07-02T00:00:38.894" v="59"/>
        <pc:sldMkLst>
          <pc:docMk/>
          <pc:sldMk cId="2266760583" sldId="708"/>
        </pc:sldMkLst>
        <pc:spChg chg="mod">
          <ac:chgData name="GABRIEL ESTEBAN DE ICAZA DAVILA" userId="1cebe823-2a0b-4e0b-9d02-0c9f2131acb4" providerId="ADAL" clId="{AD3E325F-1260-4BA1-AB31-1F7E6BAADDA3}" dt="2026-07-01T23:50:07.746" v="30"/>
          <ac:spMkLst>
            <pc:docMk/>
            <pc:sldMk cId="2266760583" sldId="708"/>
            <ac:spMk id="4" creationId="{D25ACF84-C667-8370-DE4D-CE202601F682}"/>
          </ac:spMkLst>
        </pc:spChg>
        <pc:spChg chg="add del mod">
          <ac:chgData name="GABRIEL ESTEBAN DE ICAZA DAVILA" userId="1cebe823-2a0b-4e0b-9d02-0c9f2131acb4" providerId="ADAL" clId="{AD3E325F-1260-4BA1-AB31-1F7E6BAADDA3}" dt="2026-07-02T00:00:38.891" v="57"/>
          <ac:spMkLst>
            <pc:docMk/>
            <pc:sldMk cId="2266760583" sldId="708"/>
            <ac:spMk id="14" creationId="{2B4BBDCB-E907-E5FF-A090-FFA3B54601F9}"/>
          </ac:spMkLst>
        </pc:spChg>
        <pc:spChg chg="add del mod">
          <ac:chgData name="GABRIEL ESTEBAN DE ICAZA DAVILA" userId="1cebe823-2a0b-4e0b-9d02-0c9f2131acb4" providerId="ADAL" clId="{AD3E325F-1260-4BA1-AB31-1F7E6BAADDA3}" dt="2026-07-02T00:00:38.894" v="59"/>
          <ac:spMkLst>
            <pc:docMk/>
            <pc:sldMk cId="2266760583" sldId="708"/>
            <ac:spMk id="20" creationId="{63E9A666-5D0D-A906-8E05-77DC20F4489C}"/>
          </ac:spMkLst>
        </pc:spChg>
        <pc:spChg chg="add">
          <ac:chgData name="GABRIEL ESTEBAN DE ICAZA DAVILA" userId="1cebe823-2a0b-4e0b-9d02-0c9f2131acb4" providerId="ADAL" clId="{AD3E325F-1260-4BA1-AB31-1F7E6BAADDA3}" dt="2026-07-01T23:50:57.359" v="36" actId="22"/>
          <ac:spMkLst>
            <pc:docMk/>
            <pc:sldMk cId="2266760583" sldId="708"/>
            <ac:spMk id="22" creationId="{F8F6D0E0-A69B-364C-6B82-D4433FFFB696}"/>
          </ac:spMkLst>
        </pc:spChg>
        <pc:spChg chg="add">
          <ac:chgData name="GABRIEL ESTEBAN DE ICAZA DAVILA" userId="1cebe823-2a0b-4e0b-9d02-0c9f2131acb4" providerId="ADAL" clId="{AD3E325F-1260-4BA1-AB31-1F7E6BAADDA3}" dt="2026-07-01T23:51:05.645" v="37" actId="22"/>
          <ac:spMkLst>
            <pc:docMk/>
            <pc:sldMk cId="2266760583" sldId="708"/>
            <ac:spMk id="24" creationId="{5224A409-319B-E300-87D1-1CDDE513F2B1}"/>
          </ac:spMkLst>
        </pc:spChg>
        <pc:grpChg chg="add mod">
          <ac:chgData name="GABRIEL ESTEBAN DE ICAZA DAVILA" userId="1cebe823-2a0b-4e0b-9d02-0c9f2131acb4" providerId="ADAL" clId="{AD3E325F-1260-4BA1-AB31-1F7E6BAADDA3}" dt="2026-07-01T23:50:07.746" v="30"/>
          <ac:grpSpMkLst>
            <pc:docMk/>
            <pc:sldMk cId="2266760583" sldId="708"/>
            <ac:grpSpMk id="2" creationId="{68846B62-A06A-583F-4E07-2C65262A477E}"/>
          </ac:grpSpMkLst>
        </pc:grpChg>
        <pc:grpChg chg="add mod">
          <ac:chgData name="GABRIEL ESTEBAN DE ICAZA DAVILA" userId="1cebe823-2a0b-4e0b-9d02-0c9f2131acb4" providerId="ADAL" clId="{AD3E325F-1260-4BA1-AB31-1F7E6BAADDA3}" dt="2026-07-01T23:50:15.641" v="31"/>
          <ac:grpSpMkLst>
            <pc:docMk/>
            <pc:sldMk cId="2266760583" sldId="708"/>
            <ac:grpSpMk id="6" creationId="{4A4172AB-77EC-174C-8333-6F7BB1D1AA42}"/>
          </ac:grpSpMkLst>
        </pc:grpChg>
        <pc:graphicFrameChg chg="add">
          <ac:chgData name="GABRIEL ESTEBAN DE ICAZA DAVILA" userId="1cebe823-2a0b-4e0b-9d02-0c9f2131acb4" providerId="ADAL" clId="{AD3E325F-1260-4BA1-AB31-1F7E6BAADDA3}" dt="2026-07-01T23:50:34.583" v="33" actId="22"/>
          <ac:graphicFrameMkLst>
            <pc:docMk/>
            <pc:sldMk cId="2266760583" sldId="708"/>
            <ac:graphicFrameMk id="12" creationId="{6D7DACC0-0EF0-0342-1C74-8099DD53CD7E}"/>
          </ac:graphicFrameMkLst>
        </pc:graphicFrameChg>
        <pc:picChg chg="mod">
          <ac:chgData name="GABRIEL ESTEBAN DE ICAZA DAVILA" userId="1cebe823-2a0b-4e0b-9d02-0c9f2131acb4" providerId="ADAL" clId="{AD3E325F-1260-4BA1-AB31-1F7E6BAADDA3}" dt="2026-07-01T23:50:07.746" v="30"/>
          <ac:picMkLst>
            <pc:docMk/>
            <pc:sldMk cId="2266760583" sldId="708"/>
            <ac:picMk id="3" creationId="{8D28EBA2-D7AA-029C-0246-6E605D291946}"/>
          </ac:picMkLst>
        </pc:picChg>
        <pc:picChg chg="mod">
          <ac:chgData name="GABRIEL ESTEBAN DE ICAZA DAVILA" userId="1cebe823-2a0b-4e0b-9d02-0c9f2131acb4" providerId="ADAL" clId="{AD3E325F-1260-4BA1-AB31-1F7E6BAADDA3}" dt="2026-07-01T23:50:15.641" v="31"/>
          <ac:picMkLst>
            <pc:docMk/>
            <pc:sldMk cId="2266760583" sldId="708"/>
            <ac:picMk id="7" creationId="{1555B7FC-CF77-9642-F544-AC318A5F3CFF}"/>
          </ac:picMkLst>
        </pc:picChg>
        <pc:picChg chg="mod">
          <ac:chgData name="GABRIEL ESTEBAN DE ICAZA DAVILA" userId="1cebe823-2a0b-4e0b-9d02-0c9f2131acb4" providerId="ADAL" clId="{AD3E325F-1260-4BA1-AB31-1F7E6BAADDA3}" dt="2026-07-01T23:50:15.641" v="31"/>
          <ac:picMkLst>
            <pc:docMk/>
            <pc:sldMk cId="2266760583" sldId="708"/>
            <ac:picMk id="8" creationId="{5CC8C022-20A6-49FA-B8FC-415BB99F86C4}"/>
          </ac:picMkLst>
        </pc:picChg>
        <pc:picChg chg="add">
          <ac:chgData name="GABRIEL ESTEBAN DE ICAZA DAVILA" userId="1cebe823-2a0b-4e0b-9d02-0c9f2131acb4" providerId="ADAL" clId="{AD3E325F-1260-4BA1-AB31-1F7E6BAADDA3}" dt="2026-07-01T23:50:21.765" v="32" actId="22"/>
          <ac:picMkLst>
            <pc:docMk/>
            <pc:sldMk cId="2266760583" sldId="708"/>
            <ac:picMk id="10" creationId="{6E28EC0C-17C6-E10E-3A08-AF5B229FBDE4}"/>
          </ac:picMkLst>
        </pc:picChg>
        <pc:picChg chg="add del">
          <ac:chgData name="GABRIEL ESTEBAN DE ICAZA DAVILA" userId="1cebe823-2a0b-4e0b-9d02-0c9f2131acb4" providerId="ADAL" clId="{AD3E325F-1260-4BA1-AB31-1F7E6BAADDA3}" dt="2026-07-01T23:50:49.736" v="35" actId="478"/>
          <ac:picMkLst>
            <pc:docMk/>
            <pc:sldMk cId="2266760583" sldId="708"/>
            <ac:picMk id="16" creationId="{89074C53-9132-40FB-72D8-DD9B3E2B7E41}"/>
          </ac:picMkLst>
        </pc:picChg>
        <pc:picChg chg="add">
          <ac:chgData name="GABRIEL ESTEBAN DE ICAZA DAVILA" userId="1cebe823-2a0b-4e0b-9d02-0c9f2131acb4" providerId="ADAL" clId="{AD3E325F-1260-4BA1-AB31-1F7E6BAADDA3}" dt="2026-07-01T23:50:34.583" v="33" actId="22"/>
          <ac:picMkLst>
            <pc:docMk/>
            <pc:sldMk cId="2266760583" sldId="708"/>
            <ac:picMk id="18" creationId="{C3F6B96C-79FA-B9F1-BA5A-EB515B560810}"/>
          </ac:picMkLst>
        </pc:picChg>
        <pc:cxnChg chg="mod">
          <ac:chgData name="GABRIEL ESTEBAN DE ICAZA DAVILA" userId="1cebe823-2a0b-4e0b-9d02-0c9f2131acb4" providerId="ADAL" clId="{AD3E325F-1260-4BA1-AB31-1F7E6BAADDA3}" dt="2026-07-01T23:50:07.746" v="30"/>
          <ac:cxnSpMkLst>
            <pc:docMk/>
            <pc:sldMk cId="2266760583" sldId="708"/>
            <ac:cxnSpMk id="5" creationId="{49F3E024-362E-AF20-3F7D-78934EAE0DF9}"/>
          </ac:cxnSpMkLst>
        </pc:cxnChg>
      </pc:sldChg>
      <pc:sldChg chg="new">
        <pc:chgData name="GABRIEL ESTEBAN DE ICAZA DAVILA" userId="1cebe823-2a0b-4e0b-9d02-0c9f2131acb4" providerId="ADAL" clId="{AD3E325F-1260-4BA1-AB31-1F7E6BAADDA3}" dt="2026-07-02T00:01:23.239" v="60" actId="680"/>
        <pc:sldMkLst>
          <pc:docMk/>
          <pc:sldMk cId="512499782" sldId="709"/>
        </pc:sldMkLst>
      </pc:sldChg>
      <pc:sldChg chg="del">
        <pc:chgData name="GABRIEL ESTEBAN DE ICAZA DAVILA" userId="1cebe823-2a0b-4e0b-9d02-0c9f2131acb4" providerId="ADAL" clId="{AD3E325F-1260-4BA1-AB31-1F7E6BAADDA3}" dt="2026-07-01T23:44:59.443" v="6" actId="47"/>
        <pc:sldMkLst>
          <pc:docMk/>
          <pc:sldMk cId="423562233" sldId="777"/>
        </pc:sldMkLst>
      </pc:sldChg>
      <pc:sldChg chg="del">
        <pc:chgData name="GABRIEL ESTEBAN DE ICAZA DAVILA" userId="1cebe823-2a0b-4e0b-9d02-0c9f2131acb4" providerId="ADAL" clId="{AD3E325F-1260-4BA1-AB31-1F7E6BAADDA3}" dt="2026-07-01T23:44:55.937" v="3" actId="47"/>
        <pc:sldMkLst>
          <pc:docMk/>
          <pc:sldMk cId="3715884097" sldId="831"/>
        </pc:sldMkLst>
      </pc:sldChg>
      <pc:sldChg chg="del">
        <pc:chgData name="GABRIEL ESTEBAN DE ICAZA DAVILA" userId="1cebe823-2a0b-4e0b-9d02-0c9f2131acb4" providerId="ADAL" clId="{AD3E325F-1260-4BA1-AB31-1F7E6BAADDA3}" dt="2026-07-01T23:45:08.224" v="9" actId="47"/>
        <pc:sldMkLst>
          <pc:docMk/>
          <pc:sldMk cId="3021629323" sldId="858"/>
        </pc:sldMkLst>
      </pc:sldChg>
      <pc:sldChg chg="del">
        <pc:chgData name="GABRIEL ESTEBAN DE ICAZA DAVILA" userId="1cebe823-2a0b-4e0b-9d02-0c9f2131acb4" providerId="ADAL" clId="{AD3E325F-1260-4BA1-AB31-1F7E6BAADDA3}" dt="2026-07-01T23:45:09.968" v="10" actId="47"/>
        <pc:sldMkLst>
          <pc:docMk/>
          <pc:sldMk cId="1828478259" sldId="859"/>
        </pc:sldMkLst>
      </pc:sldChg>
      <pc:sldChg chg="del">
        <pc:chgData name="GABRIEL ESTEBAN DE ICAZA DAVILA" userId="1cebe823-2a0b-4e0b-9d02-0c9f2131acb4" providerId="ADAL" clId="{AD3E325F-1260-4BA1-AB31-1F7E6BAADDA3}" dt="2026-07-01T23:45:00.978" v="8" actId="47"/>
        <pc:sldMkLst>
          <pc:docMk/>
          <pc:sldMk cId="867779052" sldId="870"/>
        </pc:sldMkLst>
      </pc:sldChg>
      <pc:sldChg chg="del">
        <pc:chgData name="GABRIEL ESTEBAN DE ICAZA DAVILA" userId="1cebe823-2a0b-4e0b-9d02-0c9f2131acb4" providerId="ADAL" clId="{AD3E325F-1260-4BA1-AB31-1F7E6BAADDA3}" dt="2026-07-01T23:45:00.300" v="7" actId="47"/>
        <pc:sldMkLst>
          <pc:docMk/>
          <pc:sldMk cId="2598374850" sldId="871"/>
        </pc:sldMkLst>
      </pc:sldChg>
      <pc:sldChg chg="del">
        <pc:chgData name="GABRIEL ESTEBAN DE ICAZA DAVILA" userId="1cebe823-2a0b-4e0b-9d02-0c9f2131acb4" providerId="ADAL" clId="{AD3E325F-1260-4BA1-AB31-1F7E6BAADDA3}" dt="2026-07-01T23:44:57.364" v="4" actId="47"/>
        <pc:sldMkLst>
          <pc:docMk/>
          <pc:sldMk cId="2253610967" sldId="896"/>
        </pc:sldMkLst>
      </pc:sldChg>
      <pc:sldChg chg="del">
        <pc:chgData name="GABRIEL ESTEBAN DE ICAZA DAVILA" userId="1cebe823-2a0b-4e0b-9d02-0c9f2131acb4" providerId="ADAL" clId="{AD3E325F-1260-4BA1-AB31-1F7E6BAADDA3}" dt="2026-07-01T23:44:58.743" v="5" actId="47"/>
        <pc:sldMkLst>
          <pc:docMk/>
          <pc:sldMk cId="3880908727" sldId="897"/>
        </pc:sldMkLst>
      </pc:sldChg>
      <pc:sldChg chg="del">
        <pc:chgData name="GABRIEL ESTEBAN DE ICAZA DAVILA" userId="1cebe823-2a0b-4e0b-9d02-0c9f2131acb4" providerId="ADAL" clId="{AD3E325F-1260-4BA1-AB31-1F7E6BAADDA3}" dt="2026-07-01T23:47:03.900" v="28" actId="47"/>
        <pc:sldMkLst>
          <pc:docMk/>
          <pc:sldMk cId="497899285" sldId="909"/>
        </pc:sldMkLst>
      </pc:sldChg>
      <pc:sldChg chg="del">
        <pc:chgData name="GABRIEL ESTEBAN DE ICAZA DAVILA" userId="1cebe823-2a0b-4e0b-9d02-0c9f2131acb4" providerId="ADAL" clId="{AD3E325F-1260-4BA1-AB31-1F7E6BAADDA3}" dt="2026-07-01T23:45:11.703" v="11" actId="47"/>
        <pc:sldMkLst>
          <pc:docMk/>
          <pc:sldMk cId="588649618" sldId="910"/>
        </pc:sldMkLst>
      </pc:sldChg>
      <pc:sldChg chg="del">
        <pc:chgData name="GABRIEL ESTEBAN DE ICAZA DAVILA" userId="1cebe823-2a0b-4e0b-9d02-0c9f2131acb4" providerId="ADAL" clId="{AD3E325F-1260-4BA1-AB31-1F7E6BAADDA3}" dt="2026-07-01T23:45:13.452" v="12" actId="47"/>
        <pc:sldMkLst>
          <pc:docMk/>
          <pc:sldMk cId="545196657" sldId="911"/>
        </pc:sldMkLst>
      </pc:sldChg>
      <pc:sldChg chg="del">
        <pc:chgData name="GABRIEL ESTEBAN DE ICAZA DAVILA" userId="1cebe823-2a0b-4e0b-9d02-0c9f2131acb4" providerId="ADAL" clId="{AD3E325F-1260-4BA1-AB31-1F7E6BAADDA3}" dt="2026-07-01T23:45:15.254" v="13" actId="47"/>
        <pc:sldMkLst>
          <pc:docMk/>
          <pc:sldMk cId="241086382" sldId="912"/>
        </pc:sldMkLst>
      </pc:sldChg>
      <pc:sldChg chg="del">
        <pc:chgData name="GABRIEL ESTEBAN DE ICAZA DAVILA" userId="1cebe823-2a0b-4e0b-9d02-0c9f2131acb4" providerId="ADAL" clId="{AD3E325F-1260-4BA1-AB31-1F7E6BAADDA3}" dt="2026-07-01T23:45:16.938" v="14" actId="47"/>
        <pc:sldMkLst>
          <pc:docMk/>
          <pc:sldMk cId="2204979231" sldId="913"/>
        </pc:sldMkLst>
      </pc:sldChg>
      <pc:sldChg chg="del">
        <pc:chgData name="GABRIEL ESTEBAN DE ICAZA DAVILA" userId="1cebe823-2a0b-4e0b-9d02-0c9f2131acb4" providerId="ADAL" clId="{AD3E325F-1260-4BA1-AB31-1F7E6BAADDA3}" dt="2026-07-01T23:45:18.560" v="15" actId="47"/>
        <pc:sldMkLst>
          <pc:docMk/>
          <pc:sldMk cId="3891356503" sldId="914"/>
        </pc:sldMkLst>
      </pc:sldChg>
      <pc:sldChg chg="del">
        <pc:chgData name="GABRIEL ESTEBAN DE ICAZA DAVILA" userId="1cebe823-2a0b-4e0b-9d02-0c9f2131acb4" providerId="ADAL" clId="{AD3E325F-1260-4BA1-AB31-1F7E6BAADDA3}" dt="2026-07-01T23:45:20.259" v="16" actId="47"/>
        <pc:sldMkLst>
          <pc:docMk/>
          <pc:sldMk cId="2355049611" sldId="91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D258BB-DC48-4212-8D67-1C0CAED33F65}" type="datetimeFigureOut">
              <a:rPr lang="es-MX" smtClean="0"/>
              <a:t>01/07/2026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22C984-E3A2-4A1A-BD90-5AACC3A96071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2154523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AD45CE-085C-F7B7-968E-C24E96D85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9FFBB82-08ED-B96A-C2BB-4844E9DFF3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3197128-8A72-26EA-3659-5411C3B7B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B6773-3841-4524-8CDE-B15D3F531ADD}" type="datetimeFigureOut">
              <a:rPr lang="es-MX" smtClean="0"/>
              <a:t>01/07/2026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09A4353-481E-8337-ACF8-5FB684AB3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FAD3568-E3DB-A746-5F5A-2317AD277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4E6F1-E4AE-43C7-85C2-1D24F2E425A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241828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4A5E5C-0DFE-5450-4081-DF062BF8E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1A3CF63-B11C-880A-1A94-626D14613F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52BCADC-01CD-F1ED-203C-937985DD3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B6773-3841-4524-8CDE-B15D3F531ADD}" type="datetimeFigureOut">
              <a:rPr lang="es-MX" smtClean="0"/>
              <a:t>01/07/2026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0A7C826-2384-ED28-A6B1-4ADE67B32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91B824C-D749-522E-07AF-AFA3D31F7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4E6F1-E4AE-43C7-85C2-1D24F2E425A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722014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835E94-7E4C-921C-759D-0DC77F418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6478A17-8A19-024D-6552-869CF9CBDB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CB310DD-428E-C9C3-FF85-19A56E34C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B6773-3841-4524-8CDE-B15D3F531ADD}" type="datetimeFigureOut">
              <a:rPr lang="es-MX" smtClean="0"/>
              <a:t>01/07/2026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010B02B-6A6C-4621-A15F-609124250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F8E784A-DCCE-205F-AEE8-8BDBD0CD4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4E6F1-E4AE-43C7-85C2-1D24F2E425A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78906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EDDFF3-8F8D-3807-952C-565C5CA2D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8102E7D-099D-15AC-FC73-38197F7158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A9B88C1-4D82-E03F-4EF5-1928F4B591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150046B-720C-062D-1FA8-8E231CD99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B6773-3841-4524-8CDE-B15D3F531ADD}" type="datetimeFigureOut">
              <a:rPr lang="es-MX" smtClean="0"/>
              <a:t>01/07/2026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E940290-E921-9EBD-E0CF-A30302187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0C2F7FF-28F4-26F7-6420-5FD283A07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4E6F1-E4AE-43C7-85C2-1D24F2E425A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0666944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5F13EB-352E-76F8-18C3-51C412158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08389C4-00B4-9098-48A5-7E6DCA27F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1D50C46-0FE4-7BEC-BF67-2133E0372F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C573C31-A21E-1A8E-0766-B345B27CB8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FCD26581-B365-65A0-0A17-E4305515CB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933CE93-93CA-27E6-491A-DA86EC0FD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B6773-3841-4524-8CDE-B15D3F531ADD}" type="datetimeFigureOut">
              <a:rPr lang="es-MX" smtClean="0"/>
              <a:t>01/07/2026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1D6D67BD-7E4D-E830-FE81-44AEE28F7A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B9AF7D5-8F9F-3482-759C-B4B4F99B8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4E6F1-E4AE-43C7-85C2-1D24F2E425A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295944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7A7AD4-AA7B-FCC8-B82B-8C77C73CB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09025D8-5EDC-F1FD-6ABE-A1E976D77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B6773-3841-4524-8CDE-B15D3F531ADD}" type="datetimeFigureOut">
              <a:rPr lang="es-MX" smtClean="0"/>
              <a:t>01/07/2026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6E935FA-D5E5-8EE2-BD4C-6EFB09DE5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BA88FF6-A2A2-2890-1B7B-9DA497C99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4E6F1-E4AE-43C7-85C2-1D24F2E425A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205420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2E9FDF3B-A27E-41E5-989D-9FE161979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B6773-3841-4524-8CDE-B15D3F531ADD}" type="datetimeFigureOut">
              <a:rPr lang="es-MX" smtClean="0"/>
              <a:t>01/07/2026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FEF2901-6BE0-43B4-3043-A8F00F322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201739B-8EE7-936A-8498-20D778E9A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4E6F1-E4AE-43C7-85C2-1D24F2E425A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898936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4482ED-22A8-5F61-E13A-731377E53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4A56AF8-A355-B3CF-D3F6-E28C169422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4F75230-0741-3986-7CCF-1D5193EA4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916B958-E709-AA80-0D2A-81297D020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B6773-3841-4524-8CDE-B15D3F531ADD}" type="datetimeFigureOut">
              <a:rPr lang="es-MX" smtClean="0"/>
              <a:t>01/07/2026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7D64881-0EBB-6529-6003-73933EB3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D2C474C-066B-42C3-6738-D6CEC42F6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4E6F1-E4AE-43C7-85C2-1D24F2E425A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288909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2F3D8C-7EAA-BE08-3D3E-E8E649F9E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2395E5C-A4D7-73FD-AE8B-F7A5FC222C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7ADA9B3-F712-F400-B6AD-35BF936E7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F4F4DAA-13A1-A4CD-0BCC-E06F2E2D5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B6773-3841-4524-8CDE-B15D3F531ADD}" type="datetimeFigureOut">
              <a:rPr lang="es-MX" smtClean="0"/>
              <a:t>01/07/2026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BA634A7-21B7-951E-CDB2-23A1E6FD9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347369F-B6F6-FAF9-765C-E75B7E17D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4E6F1-E4AE-43C7-85C2-1D24F2E425A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393514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BE1FBB-CA62-410B-F952-F367788EC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D8528F4-D8BA-605C-2D30-43E943BB1D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5F49255-852E-DDC7-F707-880014473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B6773-3841-4524-8CDE-B15D3F531ADD}" type="datetimeFigureOut">
              <a:rPr lang="es-MX" smtClean="0"/>
              <a:t>01/07/2026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D70EF3B-5CE0-0696-0440-74E629C05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055A15C-1D4D-D579-8903-7409EF7D5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4E6F1-E4AE-43C7-85C2-1D24F2E425A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478484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93087DC-82BA-0478-FC3F-C909EFD5ED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829AE62-5A6E-7958-1084-A0004CAFFB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D964B06-2766-FAEE-14E7-33E02B750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B6773-3841-4524-8CDE-B15D3F531ADD}" type="datetimeFigureOut">
              <a:rPr lang="es-MX" smtClean="0"/>
              <a:t>01/07/2026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344CC92-9FB7-3DE9-587C-123D5875D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8E031B-B40F-C99F-6096-F09B9D756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4E6F1-E4AE-43C7-85C2-1D24F2E425A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687202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27A62A2-4A88-56C1-0FA7-E5F268B08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3AA17F9-36FA-D6AA-9098-D50E2D3AB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882B4A6-FB86-4688-EAA1-3FDA22040A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FB6773-3841-4524-8CDE-B15D3F531ADD}" type="datetimeFigureOut">
              <a:rPr lang="es-MX" smtClean="0"/>
              <a:t>01/07/2026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D587D63-6DC1-687B-2D71-4B9E8AAFE1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47F90FC-A332-C87A-B0A2-799025CC9C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E4E6F1-E4AE-43C7-85C2-1D24F2E425A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262320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jpe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90954C31-2D73-E65C-4B63-B7DF6BB04C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6907"/>
            <a:ext cx="12192000" cy="6874908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0A06A0EA-206E-4235-677A-E344884E6671}"/>
              </a:ext>
            </a:extLst>
          </p:cNvPr>
          <p:cNvSpPr/>
          <p:nvPr/>
        </p:nvSpPr>
        <p:spPr>
          <a:xfrm>
            <a:off x="167678" y="1993805"/>
            <a:ext cx="11052771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s-ES" sz="6600" b="1" dirty="0">
                <a:solidFill>
                  <a:srgbClr val="FEFAE7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INFORME DE ACTIVIDADES </a:t>
            </a:r>
            <a:endParaRPr lang="es-MX" sz="9600" b="1" dirty="0">
              <a:solidFill>
                <a:srgbClr val="FEFAE7"/>
              </a:solidFill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C1AE76EE-F39E-78BC-83D7-C35E6B8B7FBF}"/>
              </a:ext>
            </a:extLst>
          </p:cNvPr>
          <p:cNvGrpSpPr/>
          <p:nvPr/>
        </p:nvGrpSpPr>
        <p:grpSpPr>
          <a:xfrm>
            <a:off x="167677" y="265094"/>
            <a:ext cx="4468977" cy="869714"/>
            <a:chOff x="1060450" y="254041"/>
            <a:chExt cx="4730750" cy="881532"/>
          </a:xfrm>
        </p:grpSpPr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E1066CCC-E0E3-8C27-B3A1-FE7860D5E9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3763"/>
            <a:stretch>
              <a:fillRect/>
            </a:stretch>
          </p:blipFill>
          <p:spPr>
            <a:xfrm>
              <a:off x="3848100" y="300710"/>
              <a:ext cx="1943100" cy="788194"/>
            </a:xfrm>
            <a:prstGeom prst="rect">
              <a:avLst/>
            </a:prstGeom>
          </p:spPr>
        </p:pic>
        <p:pic>
          <p:nvPicPr>
            <p:cNvPr id="9" name="Imagen 8">
              <a:extLst>
                <a:ext uri="{FF2B5EF4-FFF2-40B4-BE49-F238E27FC236}">
                  <a16:creationId xmlns:a16="http://schemas.microsoft.com/office/drawing/2014/main" id="{CB469070-21B3-7D8A-C03E-9D46B6FE1C8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0450" y="254041"/>
              <a:ext cx="2978150" cy="881532"/>
            </a:xfrm>
            <a:prstGeom prst="rect">
              <a:avLst/>
            </a:prstGeom>
          </p:spPr>
        </p:pic>
      </p:grpSp>
      <p:pic>
        <p:nvPicPr>
          <p:cNvPr id="13" name="Imagen 12" descr="Un dibujo con letras&#10;&#10;El contenido generado por IA puede ser incorrecto.">
            <a:extLst>
              <a:ext uri="{FF2B5EF4-FFF2-40B4-BE49-F238E27FC236}">
                <a16:creationId xmlns:a16="http://schemas.microsoft.com/office/drawing/2014/main" id="{0103F0BD-D06C-F7A5-ED43-569B1F319C7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1787" r="22403"/>
          <a:stretch>
            <a:fillRect/>
          </a:stretch>
        </p:blipFill>
        <p:spPr>
          <a:xfrm>
            <a:off x="10668654" y="136525"/>
            <a:ext cx="1370291" cy="1682566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207F7658-F94B-3B31-FB63-A481D39BB656}"/>
              </a:ext>
            </a:extLst>
          </p:cNvPr>
          <p:cNvSpPr txBox="1"/>
          <p:nvPr/>
        </p:nvSpPr>
        <p:spPr>
          <a:xfrm>
            <a:off x="167677" y="3083512"/>
            <a:ext cx="621890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s-ES" sz="1800" b="1" i="0" u="none" strike="noStrike" cap="none" dirty="0">
                <a:solidFill>
                  <a:srgbClr val="FEFAE7"/>
                </a:solidFill>
                <a:latin typeface="Roboto"/>
                <a:ea typeface="Roboto"/>
                <a:cs typeface="Roboto"/>
                <a:sym typeface="Roboto"/>
              </a:rPr>
              <a:t>CONSTRUCCIÓN DE LA LÍNEA 4 TLALPAN – COYOACÁN, DEL SISTEMA DE TRANSPORTE PÚBLICO CABLEBÚS DE LA CIUDAD DE MÉXICO</a:t>
            </a:r>
            <a:endParaRPr lang="es-ES" sz="3200" b="1" i="0" u="none" strike="noStrike" cap="none" dirty="0">
              <a:solidFill>
                <a:srgbClr val="FEFAE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" name="Google Shape;473;p1" descr="Dirac">
            <a:extLst>
              <a:ext uri="{FF2B5EF4-FFF2-40B4-BE49-F238E27FC236}">
                <a16:creationId xmlns:a16="http://schemas.microsoft.com/office/drawing/2014/main" id="{477A65DB-1EB5-C4D7-AFE6-11AA928C0139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67677" y="5978426"/>
            <a:ext cx="1681229" cy="61448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12635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BE56FB-D3C2-3B98-8187-8CDC35DF2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DC8BEBD-C05E-5B60-AED0-3E3E4934F8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12499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oogle Shape;937;g3d77ff31867_0_19">
            <a:extLst>
              <a:ext uri="{FF2B5EF4-FFF2-40B4-BE49-F238E27FC236}">
                <a16:creationId xmlns:a16="http://schemas.microsoft.com/office/drawing/2014/main" id="{68846B62-A06A-583F-4E07-2C65262A477E}"/>
              </a:ext>
            </a:extLst>
          </p:cNvPr>
          <p:cNvGrpSpPr/>
          <p:nvPr/>
        </p:nvGrpSpPr>
        <p:grpSpPr>
          <a:xfrm>
            <a:off x="-4763" y="-4143"/>
            <a:ext cx="12201525" cy="772778"/>
            <a:chOff x="-1" y="-7477"/>
            <a:chExt cx="12201525" cy="772778"/>
          </a:xfrm>
        </p:grpSpPr>
        <p:pic>
          <p:nvPicPr>
            <p:cNvPr id="3" name="Google Shape;938;g3d77ff31867_0_19">
              <a:extLst>
                <a:ext uri="{FF2B5EF4-FFF2-40B4-BE49-F238E27FC236}">
                  <a16:creationId xmlns:a16="http://schemas.microsoft.com/office/drawing/2014/main" id="{8D28EBA2-D7AA-029C-0246-6E605D291946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-1" y="-7477"/>
              <a:ext cx="12201525" cy="7727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" name="Google Shape;940;g3d77ff31867_0_19">
              <a:extLst>
                <a:ext uri="{FF2B5EF4-FFF2-40B4-BE49-F238E27FC236}">
                  <a16:creationId xmlns:a16="http://schemas.microsoft.com/office/drawing/2014/main" id="{D25ACF84-C667-8370-DE4D-CE202601F682}"/>
                </a:ext>
              </a:extLst>
            </p:cNvPr>
            <p:cNvSpPr txBox="1"/>
            <p:nvPr/>
          </p:nvSpPr>
          <p:spPr>
            <a:xfrm>
              <a:off x="4234394" y="199051"/>
              <a:ext cx="5742900" cy="382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t" anchorCtr="0">
              <a:noAutofit/>
            </a:bodyPr>
            <a:lstStyle/>
            <a:p>
              <a:pPr>
                <a:buSzPts val="1800"/>
              </a:pPr>
              <a:r>
                <a:rPr lang="es-MX" sz="18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ACTIVIDADES GENERALES</a:t>
              </a:r>
              <a:endParaRPr sz="18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>
                <a:buSzPts val="1800"/>
              </a:pPr>
              <a:endParaRPr sz="18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5" name="Google Shape;941;g3d77ff31867_0_19">
              <a:extLst>
                <a:ext uri="{FF2B5EF4-FFF2-40B4-BE49-F238E27FC236}">
                  <a16:creationId xmlns:a16="http://schemas.microsoft.com/office/drawing/2014/main" id="{49F3E024-362E-AF20-3F7D-78934EAE0DF9}"/>
                </a:ext>
              </a:extLst>
            </p:cNvPr>
            <p:cNvCxnSpPr/>
            <p:nvPr/>
          </p:nvCxnSpPr>
          <p:spPr>
            <a:xfrm>
              <a:off x="4148845" y="132049"/>
              <a:ext cx="0" cy="506400"/>
            </a:xfrm>
            <a:prstGeom prst="straightConnector1">
              <a:avLst/>
            </a:prstGeom>
            <a:noFill/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38100" dist="20000" dir="5400000" rotWithShape="0">
                <a:srgbClr val="000000">
                  <a:alpha val="38040"/>
                </a:srgbClr>
              </a:outerShdw>
            </a:effectLst>
          </p:spPr>
        </p:cxnSp>
      </p:grpSp>
      <p:grpSp>
        <p:nvGrpSpPr>
          <p:cNvPr id="6" name="Grupo 5">
            <a:extLst>
              <a:ext uri="{FF2B5EF4-FFF2-40B4-BE49-F238E27FC236}">
                <a16:creationId xmlns:a16="http://schemas.microsoft.com/office/drawing/2014/main" id="{4A4172AB-77EC-174C-8333-6F7BB1D1AA42}"/>
              </a:ext>
            </a:extLst>
          </p:cNvPr>
          <p:cNvGrpSpPr/>
          <p:nvPr/>
        </p:nvGrpSpPr>
        <p:grpSpPr>
          <a:xfrm>
            <a:off x="-4764" y="-24275"/>
            <a:ext cx="4191621" cy="786418"/>
            <a:chOff x="1060450" y="254041"/>
            <a:chExt cx="4730750" cy="881532"/>
          </a:xfrm>
        </p:grpSpPr>
        <p:pic>
          <p:nvPicPr>
            <p:cNvPr id="7" name="Imagen 6">
              <a:extLst>
                <a:ext uri="{FF2B5EF4-FFF2-40B4-BE49-F238E27FC236}">
                  <a16:creationId xmlns:a16="http://schemas.microsoft.com/office/drawing/2014/main" id="{1555B7FC-CF77-9642-F544-AC318A5F3C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3763"/>
            <a:stretch>
              <a:fillRect/>
            </a:stretch>
          </p:blipFill>
          <p:spPr>
            <a:xfrm>
              <a:off x="3848100" y="300710"/>
              <a:ext cx="1943100" cy="788194"/>
            </a:xfrm>
            <a:prstGeom prst="rect">
              <a:avLst/>
            </a:prstGeom>
          </p:spPr>
        </p:pic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5CC8C022-20A6-49FA-B8FC-415BB99F8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0450" y="254041"/>
              <a:ext cx="2978150" cy="881532"/>
            </a:xfrm>
            <a:prstGeom prst="rect">
              <a:avLst/>
            </a:prstGeom>
          </p:spPr>
        </p:pic>
      </p:grpSp>
      <p:pic>
        <p:nvPicPr>
          <p:cNvPr id="10" name="Google Shape;944;g3d77ff31867_0_19" descr="Dirac">
            <a:extLst>
              <a:ext uri="{FF2B5EF4-FFF2-40B4-BE49-F238E27FC236}">
                <a16:creationId xmlns:a16="http://schemas.microsoft.com/office/drawing/2014/main" id="{6E28EC0C-17C6-E10E-3A08-AF5B229FBDE4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768156" y="128872"/>
            <a:ext cx="1370507" cy="50091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2" name="Google Shape;945;g3d77ff31867_0_19">
            <a:extLst>
              <a:ext uri="{FF2B5EF4-FFF2-40B4-BE49-F238E27FC236}">
                <a16:creationId xmlns:a16="http://schemas.microsoft.com/office/drawing/2014/main" id="{6D7DACC0-0EF0-0342-1C74-8099DD53CD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48685900"/>
              </p:ext>
            </p:extLst>
          </p:nvPr>
        </p:nvGraphicFramePr>
        <p:xfrm>
          <a:off x="452425" y="1282888"/>
          <a:ext cx="11287125" cy="489964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1287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endParaRPr lang="es-MX" dirty="0"/>
                    </a:p>
                  </a:txBody>
                  <a:tcPr marL="9525" marR="9525" marT="9525" marB="91425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21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24375">
                <a:tc>
                  <a:txBody>
                    <a:bodyPr/>
                    <a:lstStyle/>
                    <a:p>
                      <a:endParaRPr lang="es-MX" dirty="0"/>
                    </a:p>
                  </a:txBody>
                  <a:tcPr marL="9525" marR="9525" marT="9525" marB="91425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6" name="Imagen 15">
            <a:extLst>
              <a:ext uri="{FF2B5EF4-FFF2-40B4-BE49-F238E27FC236}">
                <a16:creationId xmlns:a16="http://schemas.microsoft.com/office/drawing/2014/main" id="{89074C53-9132-40FB-72D8-DD9B3E2B7E4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409" y="1812230"/>
            <a:ext cx="5040000" cy="3780000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C3F6B96C-79FA-B9F1-BA5A-EB515B56081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770" y="1813389"/>
            <a:ext cx="5040000" cy="3780000"/>
          </a:xfrm>
          <a:prstGeom prst="rect">
            <a:avLst/>
          </a:prstGeom>
        </p:spPr>
      </p:pic>
      <p:sp>
        <p:nvSpPr>
          <p:cNvPr id="22" name="Google Shape;943;g3d77ff31867_0_19">
            <a:extLst>
              <a:ext uri="{FF2B5EF4-FFF2-40B4-BE49-F238E27FC236}">
                <a16:creationId xmlns:a16="http://schemas.microsoft.com/office/drawing/2014/main" id="{F8F6D0E0-A69B-364C-6B82-D4433FFFB696}"/>
              </a:ext>
            </a:extLst>
          </p:cNvPr>
          <p:cNvSpPr/>
          <p:nvPr/>
        </p:nvSpPr>
        <p:spPr>
          <a:xfrm>
            <a:off x="-3243" y="6632015"/>
            <a:ext cx="11259000" cy="225900"/>
          </a:xfrm>
          <a:prstGeom prst="rect">
            <a:avLst/>
          </a:prstGeom>
          <a:solidFill>
            <a:srgbClr val="9D20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800"/>
            </a:pPr>
            <a:endParaRPr sz="1800">
              <a:solidFill>
                <a:srgbClr val="FFFFFF"/>
              </a:solidFill>
              <a:ea typeface="+mn-ea"/>
            </a:endParaRPr>
          </a:p>
        </p:txBody>
      </p:sp>
      <p:sp>
        <p:nvSpPr>
          <p:cNvPr id="24" name="Google Shape;936;g3d77ff31867_0_19">
            <a:extLst>
              <a:ext uri="{FF2B5EF4-FFF2-40B4-BE49-F238E27FC236}">
                <a16:creationId xmlns:a16="http://schemas.microsoft.com/office/drawing/2014/main" id="{5224A409-319B-E300-87D1-1CDDE513F2B1}"/>
              </a:ext>
            </a:extLst>
          </p:cNvPr>
          <p:cNvSpPr/>
          <p:nvPr/>
        </p:nvSpPr>
        <p:spPr>
          <a:xfrm>
            <a:off x="11604625" y="6632015"/>
            <a:ext cx="587400" cy="225900"/>
          </a:xfrm>
          <a:prstGeom prst="rect">
            <a:avLst/>
          </a:prstGeom>
          <a:solidFill>
            <a:srgbClr val="9D214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2000"/>
            </a:pPr>
            <a:endParaRPr sz="2000">
              <a:solidFill>
                <a:srgbClr val="FFFFFF"/>
              </a:solidFill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26676058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25</Words>
  <Application>Microsoft Office PowerPoint</Application>
  <PresentationFormat>Panorámica</PresentationFormat>
  <Paragraphs>3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Roboto</vt:lpstr>
      <vt:lpstr>Tema de Office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GABRIEL ESTEBAN DE ICAZA DAVILA</dc:creator>
  <cp:lastModifiedBy>GABRIEL ESTEBAN DE ICAZA DAVILA</cp:lastModifiedBy>
  <cp:revision>1</cp:revision>
  <dcterms:created xsi:type="dcterms:W3CDTF">2026-07-01T19:21:52Z</dcterms:created>
  <dcterms:modified xsi:type="dcterms:W3CDTF">2026-07-02T00:01:32Z</dcterms:modified>
</cp:coreProperties>
</file>