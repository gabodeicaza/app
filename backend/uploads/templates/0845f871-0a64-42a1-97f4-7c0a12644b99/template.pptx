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70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3CFFD-DCE3-4C35-836E-CE7D5D471142}" v="3" dt="2026-07-01T23:50:15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ESTEBAN DE ICAZA DAVILA" userId="1cebe823-2a0b-4e0b-9d02-0c9f2131acb4" providerId="ADAL" clId="{AD3E325F-1260-4BA1-AB31-1F7E6BAADDA3}"/>
    <pc:docChg chg="custSel delSld modSld">
      <pc:chgData name="GABRIEL ESTEBAN DE ICAZA DAVILA" userId="1cebe823-2a0b-4e0b-9d02-0c9f2131acb4" providerId="ADAL" clId="{AD3E325F-1260-4BA1-AB31-1F7E6BAADDA3}" dt="2026-07-02T23:19:41.068" v="1" actId="478"/>
      <pc:docMkLst>
        <pc:docMk/>
      </pc:docMkLst>
      <pc:sldChg chg="delSp mod">
        <pc:chgData name="GABRIEL ESTEBAN DE ICAZA DAVILA" userId="1cebe823-2a0b-4e0b-9d02-0c9f2131acb4" providerId="ADAL" clId="{AD3E325F-1260-4BA1-AB31-1F7E6BAADDA3}" dt="2026-07-02T23:19:41.068" v="1" actId="478"/>
        <pc:sldMkLst>
          <pc:docMk/>
          <pc:sldMk cId="2266760583" sldId="708"/>
        </pc:sldMkLst>
        <pc:graphicFrameChg chg="del">
          <ac:chgData name="GABRIEL ESTEBAN DE ICAZA DAVILA" userId="1cebe823-2a0b-4e0b-9d02-0c9f2131acb4" providerId="ADAL" clId="{AD3E325F-1260-4BA1-AB31-1F7E6BAADDA3}" dt="2026-07-02T23:19:41.068" v="1" actId="478"/>
          <ac:graphicFrameMkLst>
            <pc:docMk/>
            <pc:sldMk cId="2266760583" sldId="708"/>
            <ac:graphicFrameMk id="12" creationId="{6D7DACC0-0EF0-0342-1C74-8099DD53CD7E}"/>
          </ac:graphicFrameMkLst>
        </pc:graphicFrameChg>
      </pc:sldChg>
      <pc:sldChg chg="del">
        <pc:chgData name="GABRIEL ESTEBAN DE ICAZA DAVILA" userId="1cebe823-2a0b-4e0b-9d02-0c9f2131acb4" providerId="ADAL" clId="{AD3E325F-1260-4BA1-AB31-1F7E6BAADDA3}" dt="2026-07-02T23:13:31.479" v="0" actId="47"/>
        <pc:sldMkLst>
          <pc:docMk/>
          <pc:sldMk cId="512499782" sldId="7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258BB-DC48-4212-8D67-1C0CAED33F65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2C984-E3A2-4A1A-BD90-5AACC3A960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545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D45CE-085C-F7B7-968E-C24E96D85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FBB82-08ED-B96A-C2BB-4844E9DFF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197128-8A72-26EA-3659-5411C3B7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9A4353-481E-8337-ACF8-5FB684AB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D3568-E3DB-A746-5F5A-2317AD27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182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A5E5C-0DFE-5450-4081-DF062BF8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3CF63-B11C-880A-1A94-626D1461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BCADC-01CD-F1ED-203C-937985DD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A7C826-2384-ED28-A6B1-4ADE67B3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1B824C-D749-522E-07AF-AFA3D31F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220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35E94-7E4C-921C-759D-0DC77F41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478A17-8A19-024D-6552-869CF9CB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B310DD-428E-C9C3-FF85-19A56E34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0B02B-6A6C-4621-A15F-60912425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E784A-DCCE-205F-AEE8-8BDBD0CD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890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DDFF3-8F8D-3807-952C-565C5CA2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102E7D-099D-15AC-FC73-38197F715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9B88C1-4D82-E03F-4EF5-1928F4B59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50046B-720C-062D-1FA8-8E231CD9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940290-E921-9EBD-E0CF-A3030218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C2F7FF-28F4-26F7-6420-5FD283A0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669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F13EB-352E-76F8-18C3-51C41215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8389C4-00B4-9098-48A5-7E6DCA27F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D50C46-0FE4-7BEC-BF67-2133E037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573C31-A21E-1A8E-0766-B345B27CB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D26581-B365-65A0-0A17-E4305515C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33CE93-93CA-27E6-491A-DA86EC0F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6D67BD-7E4D-E830-FE81-44AEE28F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9AF7D5-8F9F-3482-759C-B4B4F99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594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A7AD4-AA7B-FCC8-B82B-8C77C73C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9025D8-5EDC-F1FD-6ABE-A1E976D7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E935FA-D5E5-8EE2-BD4C-6EFB09DE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A88FF6-A2A2-2890-1B7B-9DA497C9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42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9FDF3B-A27E-41E5-989D-9FE16197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EF2901-6BE0-43B4-3043-A8F00F32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01739B-8EE7-936A-8498-20D778E9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89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482ED-22A8-5F61-E13A-731377E5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56AF8-A355-B3CF-D3F6-E28C1694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F75230-0741-3986-7CCF-1D5193EA4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16B958-E709-AA80-0D2A-81297D02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D64881-0EBB-6529-6003-73933EB3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2C474C-066B-42C3-6738-D6CEC42F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8890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F3D8C-7EAA-BE08-3D3E-E8E649F9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395E5C-A4D7-73FD-AE8B-F7A5FC222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ADA9B3-F712-F400-B6AD-35BF936E7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4F4DAA-13A1-A4CD-0BCC-E06F2E2D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A634A7-21B7-951E-CDB2-23A1E6FD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47369F-B6F6-FAF9-765C-E75B7E17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35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E1FBB-CA62-410B-F952-F367788E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8528F4-D8BA-605C-2D30-43E943BB1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49255-852E-DDC7-F707-88001447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70EF3B-5CE0-0696-0440-74E629C0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55A15C-1D4D-D579-8903-7409EF7D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784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3087DC-82BA-0478-FC3F-C909EFD5E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29AE62-5A6E-7958-1084-A0004CAF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964B06-2766-FAEE-14E7-33E02B75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44CC92-9FB7-3DE9-587C-123D5875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E031B-B40F-C99F-6096-F09B9D75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872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7A62A2-4A88-56C1-0FA7-E5F268B0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AA17F9-36FA-D6AA-9098-D50E2D3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2B4A6-FB86-4688-EAA1-3FDA22040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B6773-3841-4524-8CDE-B15D3F531ADD}" type="datetimeFigureOut">
              <a:rPr lang="es-MX" smtClean="0"/>
              <a:t>02/07/2026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587D63-6DC1-687B-2D71-4B9E8AAFE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7F90FC-A332-C87A-B0A2-799025CC9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232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954C31-2D73-E65C-4B63-B7DF6BB0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07"/>
            <a:ext cx="12192000" cy="687490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A06A0EA-206E-4235-677A-E344884E6671}"/>
              </a:ext>
            </a:extLst>
          </p:cNvPr>
          <p:cNvSpPr/>
          <p:nvPr/>
        </p:nvSpPr>
        <p:spPr>
          <a:xfrm>
            <a:off x="167678" y="1993805"/>
            <a:ext cx="1105277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6600" b="1" dirty="0">
                <a:solidFill>
                  <a:srgbClr val="FEFAE7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INFORME DE ACTIVIDADES </a:t>
            </a:r>
            <a:endParaRPr lang="es-MX" sz="9600" b="1" dirty="0">
              <a:solidFill>
                <a:srgbClr val="FEFAE7"/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1AE76EE-F39E-78BC-83D7-C35E6B8B7FBF}"/>
              </a:ext>
            </a:extLst>
          </p:cNvPr>
          <p:cNvGrpSpPr/>
          <p:nvPr/>
        </p:nvGrpSpPr>
        <p:grpSpPr>
          <a:xfrm>
            <a:off x="167677" y="265094"/>
            <a:ext cx="4468977" cy="869714"/>
            <a:chOff x="1060450" y="254041"/>
            <a:chExt cx="4730750" cy="881532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1066CCC-E0E3-8C27-B3A1-FE7860D5E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763"/>
            <a:stretch>
              <a:fillRect/>
            </a:stretch>
          </p:blipFill>
          <p:spPr>
            <a:xfrm>
              <a:off x="3848100" y="300710"/>
              <a:ext cx="1943100" cy="788194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B469070-21B3-7D8A-C03E-9D46B6FE1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450" y="254041"/>
              <a:ext cx="2978150" cy="881532"/>
            </a:xfrm>
            <a:prstGeom prst="rect">
              <a:avLst/>
            </a:prstGeom>
          </p:spPr>
        </p:pic>
      </p:grpSp>
      <p:pic>
        <p:nvPicPr>
          <p:cNvPr id="13" name="Imagen 12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0103F0BD-D06C-F7A5-ED43-569B1F319C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787" r="22403"/>
          <a:stretch>
            <a:fillRect/>
          </a:stretch>
        </p:blipFill>
        <p:spPr>
          <a:xfrm>
            <a:off x="10668654" y="136525"/>
            <a:ext cx="1370291" cy="168256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07F7658-F94B-3B31-FB63-A481D39BB656}"/>
              </a:ext>
            </a:extLst>
          </p:cNvPr>
          <p:cNvSpPr txBox="1"/>
          <p:nvPr/>
        </p:nvSpPr>
        <p:spPr>
          <a:xfrm>
            <a:off x="167677" y="3083512"/>
            <a:ext cx="62189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FEFAE7"/>
                </a:solidFill>
                <a:latin typeface="Roboto"/>
                <a:ea typeface="Roboto"/>
                <a:cs typeface="Roboto"/>
                <a:sym typeface="Roboto"/>
              </a:rPr>
              <a:t>CONSTRUCCIÓN DE LA LÍNEA 4 TLALPAN – COYOACÁN, DEL SISTEMA DE TRANSPORTE PÚBLICO CABLEBÚS DE LA CIUDAD DE MÉXICO</a:t>
            </a:r>
            <a:endParaRPr lang="es-ES" sz="3200" b="1" i="0" u="none" strike="noStrike" cap="none" dirty="0">
              <a:solidFill>
                <a:srgbClr val="FEFAE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473;p1" descr="Dirac">
            <a:extLst>
              <a:ext uri="{FF2B5EF4-FFF2-40B4-BE49-F238E27FC236}">
                <a16:creationId xmlns:a16="http://schemas.microsoft.com/office/drawing/2014/main" id="{477A65DB-1EB5-C4D7-AFE6-11AA928C013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677" y="5978426"/>
            <a:ext cx="1681229" cy="61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263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37;g3d77ff31867_0_19">
            <a:extLst>
              <a:ext uri="{FF2B5EF4-FFF2-40B4-BE49-F238E27FC236}">
                <a16:creationId xmlns:a16="http://schemas.microsoft.com/office/drawing/2014/main" id="{68846B62-A06A-583F-4E07-2C65262A477E}"/>
              </a:ext>
            </a:extLst>
          </p:cNvPr>
          <p:cNvGrpSpPr/>
          <p:nvPr/>
        </p:nvGrpSpPr>
        <p:grpSpPr>
          <a:xfrm>
            <a:off x="-4763" y="-4143"/>
            <a:ext cx="12201525" cy="772778"/>
            <a:chOff x="-1" y="-7477"/>
            <a:chExt cx="12201525" cy="772778"/>
          </a:xfrm>
        </p:grpSpPr>
        <p:pic>
          <p:nvPicPr>
            <p:cNvPr id="3" name="Google Shape;938;g3d77ff31867_0_19">
              <a:extLst>
                <a:ext uri="{FF2B5EF4-FFF2-40B4-BE49-F238E27FC236}">
                  <a16:creationId xmlns:a16="http://schemas.microsoft.com/office/drawing/2014/main" id="{8D28EBA2-D7AA-029C-0246-6E605D29194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" y="-7477"/>
              <a:ext cx="12201525" cy="7727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940;g3d77ff31867_0_19">
              <a:extLst>
                <a:ext uri="{FF2B5EF4-FFF2-40B4-BE49-F238E27FC236}">
                  <a16:creationId xmlns:a16="http://schemas.microsoft.com/office/drawing/2014/main" id="{D25ACF84-C667-8370-DE4D-CE202601F682}"/>
                </a:ext>
              </a:extLst>
            </p:cNvPr>
            <p:cNvSpPr txBox="1"/>
            <p:nvPr/>
          </p:nvSpPr>
          <p:spPr>
            <a:xfrm>
              <a:off x="4234394" y="199051"/>
              <a:ext cx="5742900" cy="38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>
                <a:buSzPts val="1800"/>
              </a:pPr>
              <a:r>
                <a:rPr lang="es-MX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ACTIVIDADES GENERALES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buSzPts val="1800"/>
              </a:pP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941;g3d77ff31867_0_19">
              <a:extLst>
                <a:ext uri="{FF2B5EF4-FFF2-40B4-BE49-F238E27FC236}">
                  <a16:creationId xmlns:a16="http://schemas.microsoft.com/office/drawing/2014/main" id="{49F3E024-362E-AF20-3F7D-78934EAE0DF9}"/>
                </a:ext>
              </a:extLst>
            </p:cNvPr>
            <p:cNvCxnSpPr/>
            <p:nvPr/>
          </p:nvCxnSpPr>
          <p:spPr>
            <a:xfrm>
              <a:off x="4148845" y="132049"/>
              <a:ext cx="0" cy="50640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0000" dir="5400000" rotWithShape="0">
                <a:srgbClr val="000000">
                  <a:alpha val="38040"/>
                </a:srgbClr>
              </a:outerShdw>
            </a:effectLst>
          </p:spPr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4A4172AB-77EC-174C-8333-6F7BB1D1AA42}"/>
              </a:ext>
            </a:extLst>
          </p:cNvPr>
          <p:cNvGrpSpPr/>
          <p:nvPr/>
        </p:nvGrpSpPr>
        <p:grpSpPr>
          <a:xfrm>
            <a:off x="-4764" y="-24275"/>
            <a:ext cx="4191621" cy="786418"/>
            <a:chOff x="1060450" y="254041"/>
            <a:chExt cx="4730750" cy="881532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555B7FC-CF77-9642-F544-AC318A5F3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763"/>
            <a:stretch>
              <a:fillRect/>
            </a:stretch>
          </p:blipFill>
          <p:spPr>
            <a:xfrm>
              <a:off x="3848100" y="300710"/>
              <a:ext cx="1943100" cy="788194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CC8C022-20A6-49FA-B8FC-415BB99F8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450" y="254041"/>
              <a:ext cx="2978150" cy="881532"/>
            </a:xfrm>
            <a:prstGeom prst="rect">
              <a:avLst/>
            </a:prstGeom>
          </p:spPr>
        </p:pic>
      </p:grpSp>
      <p:pic>
        <p:nvPicPr>
          <p:cNvPr id="10" name="Google Shape;944;g3d77ff31867_0_19" descr="Dirac">
            <a:extLst>
              <a:ext uri="{FF2B5EF4-FFF2-40B4-BE49-F238E27FC236}">
                <a16:creationId xmlns:a16="http://schemas.microsoft.com/office/drawing/2014/main" id="{6E28EC0C-17C6-E10E-3A08-AF5B229FBD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68156" y="128872"/>
            <a:ext cx="1370507" cy="50091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943;g3d77ff31867_0_19">
            <a:extLst>
              <a:ext uri="{FF2B5EF4-FFF2-40B4-BE49-F238E27FC236}">
                <a16:creationId xmlns:a16="http://schemas.microsoft.com/office/drawing/2014/main" id="{F8F6D0E0-A69B-364C-6B82-D4433FFFB696}"/>
              </a:ext>
            </a:extLst>
          </p:cNvPr>
          <p:cNvSpPr/>
          <p:nvPr/>
        </p:nvSpPr>
        <p:spPr>
          <a:xfrm>
            <a:off x="-3243" y="6632015"/>
            <a:ext cx="11259000" cy="225900"/>
          </a:xfrm>
          <a:prstGeom prst="rect">
            <a:avLst/>
          </a:prstGeom>
          <a:solidFill>
            <a:srgbClr val="9D20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rgbClr val="FFFFFF"/>
              </a:solidFill>
              <a:ea typeface="+mn-ea"/>
            </a:endParaRPr>
          </a:p>
        </p:txBody>
      </p:sp>
      <p:sp>
        <p:nvSpPr>
          <p:cNvPr id="24" name="Google Shape;936;g3d77ff31867_0_19">
            <a:extLst>
              <a:ext uri="{FF2B5EF4-FFF2-40B4-BE49-F238E27FC236}">
                <a16:creationId xmlns:a16="http://schemas.microsoft.com/office/drawing/2014/main" id="{5224A409-319B-E300-87D1-1CDDE513F2B1}"/>
              </a:ext>
            </a:extLst>
          </p:cNvPr>
          <p:cNvSpPr/>
          <p:nvPr/>
        </p:nvSpPr>
        <p:spPr>
          <a:xfrm>
            <a:off x="11604625" y="6632015"/>
            <a:ext cx="587400" cy="225900"/>
          </a:xfrm>
          <a:prstGeom prst="rect">
            <a:avLst/>
          </a:prstGeom>
          <a:solidFill>
            <a:srgbClr val="9D21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2000"/>
            </a:pPr>
            <a:endParaRPr sz="2000">
              <a:solidFill>
                <a:srgbClr val="FFFFFF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6760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Roboto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ESTEBAN DE ICAZA DAVILA</dc:creator>
  <cp:lastModifiedBy>GABRIEL ESTEBAN DE ICAZA DAVILA</cp:lastModifiedBy>
  <cp:revision>2</cp:revision>
  <dcterms:created xsi:type="dcterms:W3CDTF">2026-07-01T19:21:52Z</dcterms:created>
  <dcterms:modified xsi:type="dcterms:W3CDTF">2026-07-02T23:19:51Z</dcterms:modified>
</cp:coreProperties>
</file>